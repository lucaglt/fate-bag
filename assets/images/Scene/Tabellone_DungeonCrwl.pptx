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0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abellone_Crawl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692005" cy="6858000"/>
          </a:xfrm>
          <a:prstGeom prst="rect">
            <a:avLst/>
          </a:prstGeom>
        </p:spPr>
      </p:pic>
      <p:sp>
        <p:nvSpPr>
          <p:cNvPr id="5" name="Freeform 4"/>
          <p:cNvSpPr/>
          <p:nvPr/>
        </p:nvSpPr>
        <p:spPr>
          <a:xfrm>
            <a:off x="6636535" y="4348207"/>
            <a:ext cx="3021965" cy="655350"/>
          </a:xfrm>
          <a:custGeom>
            <a:avLst/>
            <a:gdLst>
              <a:gd name="connsiteX0" fmla="*/ 0 w 4759"/>
              <a:gd name="connsiteY0" fmla="*/ 176 h 1032"/>
              <a:gd name="connsiteX1" fmla="*/ 1341 w 4759"/>
              <a:gd name="connsiteY1" fmla="*/ 17 h 1032"/>
              <a:gd name="connsiteX2" fmla="*/ 2636 w 4759"/>
              <a:gd name="connsiteY2" fmla="*/ 539 h 1032"/>
              <a:gd name="connsiteX3" fmla="*/ 4759 w 4759"/>
              <a:gd name="connsiteY3" fmla="*/ 1032 h 1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59" h="1032">
                <a:moveTo>
                  <a:pt x="0" y="176"/>
                </a:moveTo>
                <a:cubicBezTo>
                  <a:pt x="464" y="126"/>
                  <a:pt x="814" y="-56"/>
                  <a:pt x="1341" y="17"/>
                </a:cubicBezTo>
                <a:cubicBezTo>
                  <a:pt x="1868" y="90"/>
                  <a:pt x="2022" y="335"/>
                  <a:pt x="2636" y="539"/>
                </a:cubicBezTo>
                <a:cubicBezTo>
                  <a:pt x="3250" y="743"/>
                  <a:pt x="4199" y="932"/>
                  <a:pt x="4759" y="1032"/>
                </a:cubicBezTo>
              </a:path>
            </a:pathLst>
          </a:custGeom>
          <a:noFill/>
          <a:ln w="31750" cap="sq" cmpd="dbl">
            <a:solidFill>
              <a:schemeClr val="bg1">
                <a:lumMod val="65000"/>
              </a:schemeClr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5560695" y="2701925"/>
            <a:ext cx="151130" cy="875030"/>
          </a:xfrm>
          <a:custGeom>
            <a:avLst/>
            <a:gdLst>
              <a:gd name="connsiteX0" fmla="*/ 0 w 238"/>
              <a:gd name="connsiteY0" fmla="*/ 1498 h 1498"/>
              <a:gd name="connsiteX1" fmla="*/ 238 w 238"/>
              <a:gd name="connsiteY1" fmla="*/ 0 h 1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38" h="1498">
                <a:moveTo>
                  <a:pt x="0" y="1498"/>
                </a:moveTo>
                <a:cubicBezTo>
                  <a:pt x="64" y="1030"/>
                  <a:pt x="-3" y="327"/>
                  <a:pt x="238" y="0"/>
                </a:cubicBezTo>
              </a:path>
            </a:pathLst>
          </a:custGeom>
          <a:noFill/>
          <a:ln w="31750" cap="sq" cmpd="dbl">
            <a:solidFill>
              <a:schemeClr val="bg1">
                <a:lumMod val="65000"/>
              </a:schemeClr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6637170" y="2608338"/>
            <a:ext cx="1673860" cy="342295"/>
          </a:xfrm>
          <a:custGeom>
            <a:avLst/>
            <a:gdLst>
              <a:gd name="connsiteX0" fmla="*/ 0 w 2636"/>
              <a:gd name="connsiteY0" fmla="*/ 176 h 539"/>
              <a:gd name="connsiteX1" fmla="*/ 1341 w 2636"/>
              <a:gd name="connsiteY1" fmla="*/ 17 h 539"/>
              <a:gd name="connsiteX2" fmla="*/ 2636 w 2636"/>
              <a:gd name="connsiteY2" fmla="*/ 539 h 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36" h="539">
                <a:moveTo>
                  <a:pt x="0" y="176"/>
                </a:moveTo>
                <a:cubicBezTo>
                  <a:pt x="464" y="126"/>
                  <a:pt x="814" y="-56"/>
                  <a:pt x="1341" y="17"/>
                </a:cubicBezTo>
                <a:cubicBezTo>
                  <a:pt x="1868" y="90"/>
                  <a:pt x="2022" y="335"/>
                  <a:pt x="2636" y="539"/>
                </a:cubicBezTo>
              </a:path>
            </a:pathLst>
          </a:custGeom>
          <a:noFill/>
          <a:ln w="31750" cap="sq" cmpd="dbl">
            <a:solidFill>
              <a:schemeClr val="bg1">
                <a:lumMod val="65000"/>
              </a:schemeClr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7737475" y="1171421"/>
            <a:ext cx="1270000" cy="296860"/>
          </a:xfrm>
          <a:custGeom>
            <a:avLst/>
            <a:gdLst>
              <a:gd name="connsiteX0" fmla="*/ 0 w 2000"/>
              <a:gd name="connsiteY0" fmla="*/ 467 h 467"/>
              <a:gd name="connsiteX1" fmla="*/ 880 w 2000"/>
              <a:gd name="connsiteY1" fmla="*/ 7 h 467"/>
              <a:gd name="connsiteX2" fmla="*/ 2000 w 2000"/>
              <a:gd name="connsiteY2" fmla="*/ 448 h 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00" h="467">
                <a:moveTo>
                  <a:pt x="0" y="467"/>
                </a:moveTo>
                <a:cubicBezTo>
                  <a:pt x="310" y="417"/>
                  <a:pt x="528" y="-66"/>
                  <a:pt x="880" y="7"/>
                </a:cubicBezTo>
                <a:cubicBezTo>
                  <a:pt x="1233" y="80"/>
                  <a:pt x="1589" y="244"/>
                  <a:pt x="2000" y="448"/>
                </a:cubicBezTo>
              </a:path>
            </a:pathLst>
          </a:custGeom>
          <a:noFill/>
          <a:ln w="31750" cap="sq" cmpd="dbl">
            <a:solidFill>
              <a:schemeClr val="bg1">
                <a:lumMod val="65000"/>
              </a:schemeClr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0" name="Freeform 9"/>
          <p:cNvSpPr/>
          <p:nvPr/>
        </p:nvSpPr>
        <p:spPr>
          <a:xfrm>
            <a:off x="6485255" y="2701925"/>
            <a:ext cx="151130" cy="875030"/>
          </a:xfrm>
          <a:custGeom>
            <a:avLst/>
            <a:gdLst>
              <a:gd name="connsiteX0" fmla="*/ 0 w 238"/>
              <a:gd name="connsiteY0" fmla="*/ 1498 h 1498"/>
              <a:gd name="connsiteX1" fmla="*/ 238 w 238"/>
              <a:gd name="connsiteY1" fmla="*/ 0 h 1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38" h="1498">
                <a:moveTo>
                  <a:pt x="0" y="1498"/>
                </a:moveTo>
                <a:cubicBezTo>
                  <a:pt x="64" y="1030"/>
                  <a:pt x="-3" y="327"/>
                  <a:pt x="238" y="0"/>
                </a:cubicBezTo>
              </a:path>
            </a:pathLst>
          </a:custGeom>
          <a:noFill/>
          <a:ln w="31750" cap="sq" cmpd="dbl">
            <a:solidFill>
              <a:schemeClr val="bg1">
                <a:lumMod val="65000"/>
              </a:schemeClr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1" name="Freeform 10"/>
          <p:cNvSpPr/>
          <p:nvPr/>
        </p:nvSpPr>
        <p:spPr>
          <a:xfrm>
            <a:off x="4484370" y="2458720"/>
            <a:ext cx="173990" cy="1118235"/>
          </a:xfrm>
          <a:custGeom>
            <a:avLst/>
            <a:gdLst>
              <a:gd name="connsiteX0" fmla="*/ 0 w 238"/>
              <a:gd name="connsiteY0" fmla="*/ 1498 h 1498"/>
              <a:gd name="connsiteX1" fmla="*/ 238 w 238"/>
              <a:gd name="connsiteY1" fmla="*/ 0 h 1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38" h="1498">
                <a:moveTo>
                  <a:pt x="0" y="1498"/>
                </a:moveTo>
                <a:cubicBezTo>
                  <a:pt x="64" y="1030"/>
                  <a:pt x="-3" y="327"/>
                  <a:pt x="238" y="0"/>
                </a:cubicBezTo>
              </a:path>
            </a:pathLst>
          </a:custGeom>
          <a:noFill/>
          <a:ln w="31750" cap="sq" cmpd="dbl">
            <a:solidFill>
              <a:schemeClr val="bg1">
                <a:lumMod val="65000"/>
              </a:schemeClr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2" name="Freeform 11"/>
          <p:cNvSpPr/>
          <p:nvPr/>
        </p:nvSpPr>
        <p:spPr>
          <a:xfrm rot="1980000">
            <a:off x="1776095" y="3429000"/>
            <a:ext cx="151130" cy="875030"/>
          </a:xfrm>
          <a:custGeom>
            <a:avLst/>
            <a:gdLst>
              <a:gd name="connsiteX0" fmla="*/ 0 w 238"/>
              <a:gd name="connsiteY0" fmla="*/ 1498 h 1498"/>
              <a:gd name="connsiteX1" fmla="*/ 238 w 238"/>
              <a:gd name="connsiteY1" fmla="*/ 0 h 1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38" h="1498">
                <a:moveTo>
                  <a:pt x="0" y="1498"/>
                </a:moveTo>
                <a:cubicBezTo>
                  <a:pt x="64" y="1030"/>
                  <a:pt x="-3" y="327"/>
                  <a:pt x="238" y="0"/>
                </a:cubicBezTo>
              </a:path>
            </a:pathLst>
          </a:custGeom>
          <a:noFill/>
          <a:ln w="31750" cap="sq" cmpd="dbl">
            <a:solidFill>
              <a:schemeClr val="bg1">
                <a:lumMod val="65000"/>
              </a:schemeClr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3" name="Freeform 12"/>
          <p:cNvSpPr/>
          <p:nvPr/>
        </p:nvSpPr>
        <p:spPr>
          <a:xfrm rot="5760000">
            <a:off x="2708840" y="3500123"/>
            <a:ext cx="696321" cy="1745615"/>
          </a:xfrm>
          <a:custGeom>
            <a:avLst/>
            <a:gdLst>
              <a:gd name="connsiteX0" fmla="*/ 1097 w 1096"/>
              <a:gd name="connsiteY0" fmla="*/ 2749 h 2749"/>
              <a:gd name="connsiteX1" fmla="*/ 38 w 1096"/>
              <a:gd name="connsiteY1" fmla="*/ 1953 h 2749"/>
              <a:gd name="connsiteX2" fmla="*/ 99 w 1096"/>
              <a:gd name="connsiteY2" fmla="*/ 0 h 27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97" h="2749">
                <a:moveTo>
                  <a:pt x="1097" y="2749"/>
                </a:moveTo>
                <a:cubicBezTo>
                  <a:pt x="1032" y="2577"/>
                  <a:pt x="170" y="2345"/>
                  <a:pt x="38" y="1953"/>
                </a:cubicBezTo>
                <a:cubicBezTo>
                  <a:pt x="-93" y="1561"/>
                  <a:pt x="166" y="220"/>
                  <a:pt x="99" y="0"/>
                </a:cubicBezTo>
              </a:path>
            </a:pathLst>
          </a:custGeom>
          <a:noFill/>
          <a:ln w="31750" cap="sq" cmpd="dbl">
            <a:solidFill>
              <a:schemeClr val="bg1">
                <a:lumMod val="65000"/>
              </a:schemeClr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4" name="Freeform 13"/>
          <p:cNvSpPr/>
          <p:nvPr/>
        </p:nvSpPr>
        <p:spPr>
          <a:xfrm rot="3840000">
            <a:off x="3539116" y="1581874"/>
            <a:ext cx="556260" cy="1689100"/>
          </a:xfrm>
          <a:custGeom>
            <a:avLst/>
            <a:gdLst>
              <a:gd name="connsiteX0" fmla="*/ 0 w 876"/>
              <a:gd name="connsiteY0" fmla="*/ 2660 h 2660"/>
              <a:gd name="connsiteX1" fmla="*/ 876 w 876"/>
              <a:gd name="connsiteY1" fmla="*/ 0 h 2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76" h="2660">
                <a:moveTo>
                  <a:pt x="0" y="2660"/>
                </a:moveTo>
                <a:cubicBezTo>
                  <a:pt x="64" y="2229"/>
                  <a:pt x="635" y="301"/>
                  <a:pt x="876" y="0"/>
                </a:cubicBezTo>
              </a:path>
            </a:pathLst>
          </a:custGeom>
          <a:noFill/>
          <a:ln w="31750" cap="sq" cmpd="dbl">
            <a:solidFill>
              <a:schemeClr val="bg1">
                <a:lumMod val="65000"/>
              </a:schemeClr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5" name="Freeform 14"/>
          <p:cNvSpPr/>
          <p:nvPr/>
        </p:nvSpPr>
        <p:spPr>
          <a:xfrm rot="540000">
            <a:off x="3009265" y="994410"/>
            <a:ext cx="151130" cy="875030"/>
          </a:xfrm>
          <a:custGeom>
            <a:avLst/>
            <a:gdLst>
              <a:gd name="connsiteX0" fmla="*/ 0 w 238"/>
              <a:gd name="connsiteY0" fmla="*/ 1498 h 1498"/>
              <a:gd name="connsiteX1" fmla="*/ 238 w 238"/>
              <a:gd name="connsiteY1" fmla="*/ 0 h 1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38" h="1498">
                <a:moveTo>
                  <a:pt x="0" y="1498"/>
                </a:moveTo>
                <a:cubicBezTo>
                  <a:pt x="64" y="1030"/>
                  <a:pt x="-3" y="327"/>
                  <a:pt x="238" y="0"/>
                </a:cubicBezTo>
              </a:path>
            </a:pathLst>
          </a:custGeom>
          <a:noFill/>
          <a:ln w="31750" cap="sq" cmpd="dbl">
            <a:solidFill>
              <a:schemeClr val="bg1">
                <a:lumMod val="65000"/>
              </a:schemeClr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6" name="Freeform 15"/>
          <p:cNvSpPr/>
          <p:nvPr/>
        </p:nvSpPr>
        <p:spPr>
          <a:xfrm rot="15120000">
            <a:off x="1776095" y="1635125"/>
            <a:ext cx="151130" cy="875030"/>
          </a:xfrm>
          <a:custGeom>
            <a:avLst/>
            <a:gdLst>
              <a:gd name="connsiteX0" fmla="*/ 0 w 238"/>
              <a:gd name="connsiteY0" fmla="*/ 1498 h 1498"/>
              <a:gd name="connsiteX1" fmla="*/ 238 w 238"/>
              <a:gd name="connsiteY1" fmla="*/ 0 h 1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38" h="1498">
                <a:moveTo>
                  <a:pt x="0" y="1498"/>
                </a:moveTo>
                <a:cubicBezTo>
                  <a:pt x="64" y="1030"/>
                  <a:pt x="-3" y="327"/>
                  <a:pt x="238" y="0"/>
                </a:cubicBezTo>
              </a:path>
            </a:pathLst>
          </a:custGeom>
          <a:noFill/>
          <a:ln w="31750" cap="sq" cmpd="dbl">
            <a:solidFill>
              <a:schemeClr val="bg1">
                <a:lumMod val="65000"/>
              </a:schemeClr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7" name="Freeform 16"/>
          <p:cNvSpPr/>
          <p:nvPr/>
        </p:nvSpPr>
        <p:spPr>
          <a:xfrm rot="18240000">
            <a:off x="1515110" y="5131435"/>
            <a:ext cx="195580" cy="1171575"/>
          </a:xfrm>
          <a:custGeom>
            <a:avLst/>
            <a:gdLst>
              <a:gd name="connsiteX0" fmla="*/ 0 w 238"/>
              <a:gd name="connsiteY0" fmla="*/ 1498 h 1498"/>
              <a:gd name="connsiteX1" fmla="*/ 238 w 238"/>
              <a:gd name="connsiteY1" fmla="*/ 0 h 1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38" h="1498">
                <a:moveTo>
                  <a:pt x="0" y="1498"/>
                </a:moveTo>
                <a:cubicBezTo>
                  <a:pt x="64" y="1030"/>
                  <a:pt x="-3" y="327"/>
                  <a:pt x="238" y="0"/>
                </a:cubicBezTo>
              </a:path>
            </a:pathLst>
          </a:custGeom>
          <a:noFill/>
          <a:ln w="31750" cap="sq" cmpd="dbl">
            <a:solidFill>
              <a:schemeClr val="bg1">
                <a:lumMod val="65000"/>
              </a:schemeClr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8" name="Freeform 17"/>
          <p:cNvSpPr/>
          <p:nvPr/>
        </p:nvSpPr>
        <p:spPr>
          <a:xfrm rot="18960000">
            <a:off x="6067425" y="4768850"/>
            <a:ext cx="3460115" cy="1774825"/>
          </a:xfrm>
          <a:custGeom>
            <a:avLst/>
            <a:gdLst>
              <a:gd name="connsiteX0" fmla="*/ 0 w 5219"/>
              <a:gd name="connsiteY0" fmla="*/ 176 h 2572"/>
              <a:gd name="connsiteX1" fmla="*/ 1341 w 5219"/>
              <a:gd name="connsiteY1" fmla="*/ 17 h 2572"/>
              <a:gd name="connsiteX2" fmla="*/ 3424 w 5219"/>
              <a:gd name="connsiteY2" fmla="*/ 1034 h 2572"/>
              <a:gd name="connsiteX3" fmla="*/ 5219 w 5219"/>
              <a:gd name="connsiteY3" fmla="*/ 2572 h 2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19" h="2572">
                <a:moveTo>
                  <a:pt x="0" y="176"/>
                </a:moveTo>
                <a:cubicBezTo>
                  <a:pt x="464" y="126"/>
                  <a:pt x="814" y="-56"/>
                  <a:pt x="1341" y="17"/>
                </a:cubicBezTo>
                <a:cubicBezTo>
                  <a:pt x="1868" y="90"/>
                  <a:pt x="2762" y="395"/>
                  <a:pt x="3424" y="1034"/>
                </a:cubicBezTo>
                <a:cubicBezTo>
                  <a:pt x="4086" y="1673"/>
                  <a:pt x="4851" y="2213"/>
                  <a:pt x="5219" y="2572"/>
                </a:cubicBezTo>
              </a:path>
            </a:pathLst>
          </a:custGeom>
          <a:noFill/>
          <a:ln w="31750" cap="sq" cmpd="dbl">
            <a:solidFill>
              <a:schemeClr val="bg1">
                <a:lumMod val="65000"/>
              </a:schemeClr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" name="Text Box 19"/>
          <p:cNvSpPr txBox="1"/>
          <p:nvPr/>
        </p:nvSpPr>
        <p:spPr>
          <a:xfrm>
            <a:off x="8992870" y="6292850"/>
            <a:ext cx="571500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itle"/>
              </a:ext>
            </a:extLst>
          </a:bodyPr>
          <a:p>
            <a:pPr algn="ctr"/>
            <a:r>
              <a:rPr lang="it-IT" altLang="en-US" b="1" spc="4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sto MT" panose="02040603050505030304" charset="0"/>
                <a:ea typeface="Microsoft YaHei" panose="020B0503020204020204" charset="-122"/>
                <a:cs typeface="Calisto MT" panose="02040603050505030304" charset="0"/>
              </a:rPr>
              <a:t>A</a:t>
            </a:r>
            <a:endParaRPr lang="it-IT" altLang="en-US" b="1" spc="40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sto MT" panose="02040603050505030304" charset="0"/>
              <a:ea typeface="Microsoft YaHei" panose="020B0503020204020204" charset="-122"/>
              <a:cs typeface="Calisto MT" panose="02040603050505030304" charset="0"/>
            </a:endParaRPr>
          </a:p>
        </p:txBody>
      </p:sp>
      <p:sp>
        <p:nvSpPr>
          <p:cNvPr id="21" name="Text Box 20"/>
          <p:cNvSpPr txBox="1"/>
          <p:nvPr/>
        </p:nvSpPr>
        <p:spPr>
          <a:xfrm>
            <a:off x="6275070" y="4786630"/>
            <a:ext cx="571500" cy="368300"/>
          </a:xfrm>
          <a:prstGeom prst="rect">
            <a:avLst/>
          </a:prstGeom>
          <a:ln>
            <a:noFill/>
          </a:ln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itle"/>
              </a:ext>
            </a:extLst>
          </a:bodyPr>
          <a:p>
            <a:pPr algn="ctr"/>
            <a:r>
              <a:rPr lang="it-IT" altLang="en-US" b="1" spc="40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sto MT" panose="02040603050505030304" charset="0"/>
                <a:ea typeface="Microsoft YaHei" panose="020B0503020204020204" charset="-122"/>
                <a:cs typeface="Calisto MT" panose="02040603050505030304" charset="0"/>
              </a:rPr>
              <a:t>B</a:t>
            </a:r>
            <a:endParaRPr lang="it-IT" altLang="en-US" b="1" spc="400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sto MT" panose="02040603050505030304" charset="0"/>
              <a:ea typeface="Microsoft YaHei" panose="020B0503020204020204" charset="-122"/>
              <a:cs typeface="Calisto MT" panose="02040603050505030304" charset="0"/>
            </a:endParaRPr>
          </a:p>
        </p:txBody>
      </p:sp>
      <p:sp>
        <p:nvSpPr>
          <p:cNvPr id="22" name="Text Box 21"/>
          <p:cNvSpPr txBox="1"/>
          <p:nvPr/>
        </p:nvSpPr>
        <p:spPr>
          <a:xfrm>
            <a:off x="10173970" y="3054985"/>
            <a:ext cx="571500" cy="52197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itle"/>
              </a:ext>
            </a:extLst>
          </a:bodyPr>
          <a:p>
            <a:pPr algn="ctr"/>
            <a:r>
              <a:rPr lang="it-IT" altLang="en-US" sz="2800" b="1" spc="40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sto MT" panose="02040603050505030304" charset="0"/>
                <a:ea typeface="Microsoft YaHei" panose="020B0503020204020204" charset="-122"/>
                <a:cs typeface="Calisto MT" panose="02040603050505030304" charset="0"/>
              </a:rPr>
              <a:t>A</a:t>
            </a:r>
            <a:endParaRPr lang="it-IT" altLang="en-US" sz="2800" b="1" spc="400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sto MT" panose="02040603050505030304" charset="0"/>
              <a:ea typeface="Microsoft YaHei" panose="020B0503020204020204" charset="-122"/>
              <a:cs typeface="Calisto MT" panose="02040603050505030304" charset="0"/>
            </a:endParaRPr>
          </a:p>
        </p:txBody>
      </p:sp>
      <p:sp>
        <p:nvSpPr>
          <p:cNvPr id="23" name="Text Box 22"/>
          <p:cNvSpPr txBox="1"/>
          <p:nvPr/>
        </p:nvSpPr>
        <p:spPr>
          <a:xfrm>
            <a:off x="78740" y="6351905"/>
            <a:ext cx="571500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itle"/>
              </a:ext>
            </a:extLst>
          </a:bodyPr>
          <a:p>
            <a:pPr algn="ctr"/>
            <a:r>
              <a:rPr lang="it-IT" altLang="en-US" b="1" spc="4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sto MT" panose="02040603050505030304" charset="0"/>
                <a:ea typeface="Microsoft YaHei" panose="020B0503020204020204" charset="-122"/>
                <a:cs typeface="Calisto MT" panose="02040603050505030304" charset="0"/>
              </a:rPr>
              <a:t>Z</a:t>
            </a:r>
            <a:endParaRPr lang="it-IT" altLang="en-US" b="1" spc="40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sto MT" panose="02040603050505030304" charset="0"/>
              <a:ea typeface="Microsoft YaHei" panose="020B0503020204020204" charset="-122"/>
              <a:cs typeface="Calisto MT" panose="02040603050505030304" charset="0"/>
            </a:endParaRPr>
          </a:p>
        </p:txBody>
      </p:sp>
      <p:sp>
        <p:nvSpPr>
          <p:cNvPr id="24" name="Text Box 23"/>
          <p:cNvSpPr txBox="1"/>
          <p:nvPr/>
        </p:nvSpPr>
        <p:spPr>
          <a:xfrm>
            <a:off x="9069070" y="3758565"/>
            <a:ext cx="571500" cy="368300"/>
          </a:xfrm>
          <a:prstGeom prst="rect">
            <a:avLst/>
          </a:prstGeom>
          <a:ln>
            <a:noFill/>
          </a:ln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itle"/>
              </a:ext>
            </a:extLst>
          </a:bodyPr>
          <a:p>
            <a:pPr algn="ctr"/>
            <a:r>
              <a:rPr lang="it-IT" altLang="en-US" b="1" spc="40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sto MT" panose="02040603050505030304" charset="0"/>
                <a:ea typeface="Microsoft YaHei" panose="020B0503020204020204" charset="-122"/>
                <a:cs typeface="Calisto MT" panose="02040603050505030304" charset="0"/>
              </a:rPr>
              <a:t>C</a:t>
            </a:r>
            <a:endParaRPr lang="it-IT" altLang="en-US" b="1" spc="400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sto MT" panose="02040603050505030304" charset="0"/>
              <a:ea typeface="Microsoft YaHei" panose="020B0503020204020204" charset="-122"/>
              <a:cs typeface="Calisto MT" panose="02040603050505030304" charset="0"/>
            </a:endParaRPr>
          </a:p>
        </p:txBody>
      </p:sp>
      <p:sp>
        <p:nvSpPr>
          <p:cNvPr id="25" name="Text Box 24"/>
          <p:cNvSpPr txBox="1"/>
          <p:nvPr/>
        </p:nvSpPr>
        <p:spPr>
          <a:xfrm>
            <a:off x="5888990" y="2459355"/>
            <a:ext cx="571500" cy="368300"/>
          </a:xfrm>
          <a:prstGeom prst="rect">
            <a:avLst/>
          </a:prstGeom>
          <a:ln>
            <a:noFill/>
          </a:ln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itle"/>
              </a:ext>
            </a:extLst>
          </a:bodyPr>
          <a:p>
            <a:pPr algn="ctr"/>
            <a:r>
              <a:rPr lang="it-IT" altLang="en-US" b="1" spc="40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sto MT" panose="02040603050505030304" charset="0"/>
                <a:ea typeface="Microsoft YaHei" panose="020B0503020204020204" charset="-122"/>
                <a:cs typeface="Calisto MT" panose="02040603050505030304" charset="0"/>
              </a:rPr>
              <a:t>D</a:t>
            </a:r>
            <a:endParaRPr lang="it-IT" altLang="en-US" b="1" spc="400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sto MT" panose="02040603050505030304" charset="0"/>
              <a:ea typeface="Microsoft YaHei" panose="020B0503020204020204" charset="-122"/>
              <a:cs typeface="Calisto MT" panose="02040603050505030304" charset="0"/>
            </a:endParaRPr>
          </a:p>
        </p:txBody>
      </p:sp>
      <p:sp>
        <p:nvSpPr>
          <p:cNvPr id="26" name="Text Box 25"/>
          <p:cNvSpPr txBox="1"/>
          <p:nvPr/>
        </p:nvSpPr>
        <p:spPr>
          <a:xfrm>
            <a:off x="4812030" y="2380615"/>
            <a:ext cx="571500" cy="368300"/>
          </a:xfrm>
          <a:prstGeom prst="rect">
            <a:avLst/>
          </a:prstGeom>
          <a:ln>
            <a:noFill/>
          </a:ln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itle"/>
              </a:ext>
            </a:extLst>
          </a:bodyPr>
          <a:p>
            <a:pPr algn="ctr"/>
            <a:r>
              <a:rPr lang="it-IT" altLang="en-US" b="1" spc="40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sto MT" panose="02040603050505030304" charset="0"/>
                <a:ea typeface="Microsoft YaHei" panose="020B0503020204020204" charset="-122"/>
                <a:cs typeface="Calisto MT" panose="02040603050505030304" charset="0"/>
              </a:rPr>
              <a:t>E</a:t>
            </a:r>
            <a:endParaRPr lang="it-IT" altLang="en-US" b="1" spc="400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sto MT" panose="02040603050505030304" charset="0"/>
              <a:ea typeface="Microsoft YaHei" panose="020B0503020204020204" charset="-122"/>
              <a:cs typeface="Calisto MT" panose="02040603050505030304" charset="0"/>
            </a:endParaRPr>
          </a:p>
        </p:txBody>
      </p:sp>
      <p:sp>
        <p:nvSpPr>
          <p:cNvPr id="27" name="Text Box 26"/>
          <p:cNvSpPr txBox="1"/>
          <p:nvPr/>
        </p:nvSpPr>
        <p:spPr>
          <a:xfrm>
            <a:off x="2487930" y="2780665"/>
            <a:ext cx="571500" cy="368300"/>
          </a:xfrm>
          <a:prstGeom prst="rect">
            <a:avLst/>
          </a:prstGeom>
          <a:ln>
            <a:noFill/>
          </a:ln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itle"/>
              </a:ext>
            </a:extLst>
          </a:bodyPr>
          <a:p>
            <a:pPr algn="ctr"/>
            <a:r>
              <a:rPr lang="it-IT" altLang="en-US" b="1" spc="40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sto MT" panose="02040603050505030304" charset="0"/>
                <a:ea typeface="Microsoft YaHei" panose="020B0503020204020204" charset="-122"/>
                <a:cs typeface="Calisto MT" panose="02040603050505030304" charset="0"/>
              </a:rPr>
              <a:t>F</a:t>
            </a:r>
            <a:endParaRPr lang="it-IT" altLang="en-US" b="1" spc="400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sto MT" panose="02040603050505030304" charset="0"/>
              <a:ea typeface="Microsoft YaHei" panose="020B0503020204020204" charset="-122"/>
              <a:cs typeface="Calisto MT" panose="02040603050505030304" charset="0"/>
            </a:endParaRPr>
          </a:p>
        </p:txBody>
      </p:sp>
      <p:sp>
        <p:nvSpPr>
          <p:cNvPr id="28" name="Text Box 27"/>
          <p:cNvSpPr txBox="1"/>
          <p:nvPr/>
        </p:nvSpPr>
        <p:spPr>
          <a:xfrm>
            <a:off x="3709670" y="4625975"/>
            <a:ext cx="571500" cy="368300"/>
          </a:xfrm>
          <a:prstGeom prst="rect">
            <a:avLst/>
          </a:prstGeom>
          <a:ln>
            <a:noFill/>
          </a:ln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itle"/>
              </a:ext>
            </a:extLst>
          </a:bodyPr>
          <a:p>
            <a:pPr algn="ctr"/>
            <a:r>
              <a:rPr lang="it-IT" altLang="en-US" b="1" spc="40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sto MT" panose="02040603050505030304" charset="0"/>
                <a:ea typeface="Microsoft YaHei" panose="020B0503020204020204" charset="-122"/>
                <a:cs typeface="Calisto MT" panose="02040603050505030304" charset="0"/>
              </a:rPr>
              <a:t>G</a:t>
            </a:r>
            <a:endParaRPr lang="it-IT" altLang="en-US" b="1" spc="400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sto MT" panose="02040603050505030304" charset="0"/>
              <a:ea typeface="Microsoft YaHei" panose="020B0503020204020204" charset="-122"/>
              <a:cs typeface="Calisto MT" panose="02040603050505030304" charset="0"/>
            </a:endParaRPr>
          </a:p>
        </p:txBody>
      </p:sp>
      <p:sp>
        <p:nvSpPr>
          <p:cNvPr id="29" name="Text Box 28"/>
          <p:cNvSpPr txBox="1"/>
          <p:nvPr/>
        </p:nvSpPr>
        <p:spPr>
          <a:xfrm>
            <a:off x="8310880" y="1660525"/>
            <a:ext cx="571500" cy="368300"/>
          </a:xfrm>
          <a:prstGeom prst="rect">
            <a:avLst/>
          </a:prstGeom>
          <a:ln>
            <a:noFill/>
          </a:ln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itle"/>
              </a:ext>
            </a:extLst>
          </a:bodyPr>
          <a:p>
            <a:pPr algn="ctr"/>
            <a:r>
              <a:rPr lang="it-IT" altLang="en-US" b="1" spc="40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sto MT" panose="02040603050505030304" charset="0"/>
                <a:ea typeface="Microsoft YaHei" panose="020B0503020204020204" charset="-122"/>
                <a:cs typeface="Calisto MT" panose="02040603050505030304" charset="0"/>
              </a:rPr>
              <a:t>H</a:t>
            </a:r>
            <a:endParaRPr lang="it-IT" altLang="en-US" b="1" spc="400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sto MT" panose="02040603050505030304" charset="0"/>
              <a:ea typeface="Microsoft YaHei" panose="020B0503020204020204" charset="-122"/>
              <a:cs typeface="Calisto MT" panose="02040603050505030304" charset="0"/>
            </a:endParaRPr>
          </a:p>
        </p:txBody>
      </p:sp>
      <p:sp>
        <p:nvSpPr>
          <p:cNvPr id="30" name="Text Box 29"/>
          <p:cNvSpPr txBox="1"/>
          <p:nvPr/>
        </p:nvSpPr>
        <p:spPr>
          <a:xfrm>
            <a:off x="5507355" y="709295"/>
            <a:ext cx="571500" cy="368300"/>
          </a:xfrm>
          <a:prstGeom prst="rect">
            <a:avLst/>
          </a:prstGeom>
          <a:ln>
            <a:noFill/>
          </a:ln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itle"/>
              </a:ext>
            </a:extLst>
          </a:bodyPr>
          <a:p>
            <a:pPr algn="ctr"/>
            <a:r>
              <a:rPr lang="it-IT" altLang="en-US" b="1" spc="40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sto MT" panose="02040603050505030304" charset="0"/>
                <a:ea typeface="Microsoft YaHei" panose="020B0503020204020204" charset="-122"/>
                <a:cs typeface="Calisto MT" panose="02040603050505030304" charset="0"/>
              </a:rPr>
              <a:t>I</a:t>
            </a:r>
            <a:endParaRPr lang="it-IT" altLang="en-US" b="1" spc="400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sto MT" panose="02040603050505030304" charset="0"/>
              <a:ea typeface="Microsoft YaHei" panose="020B0503020204020204" charset="-122"/>
              <a:cs typeface="Calisto MT" panose="02040603050505030304" charset="0"/>
            </a:endParaRPr>
          </a:p>
        </p:txBody>
      </p:sp>
      <p:sp>
        <p:nvSpPr>
          <p:cNvPr id="31" name="Freeform 30"/>
          <p:cNvSpPr/>
          <p:nvPr/>
        </p:nvSpPr>
        <p:spPr>
          <a:xfrm>
            <a:off x="8205470" y="-147582"/>
            <a:ext cx="1651000" cy="856816"/>
          </a:xfrm>
          <a:custGeom>
            <a:avLst/>
            <a:gdLst>
              <a:gd name="connsiteX0" fmla="*/ 0 w 2600"/>
              <a:gd name="connsiteY0" fmla="*/ 0 h 1349"/>
              <a:gd name="connsiteX1" fmla="*/ 1160 w 2600"/>
              <a:gd name="connsiteY1" fmla="*/ 1239 h 1349"/>
              <a:gd name="connsiteX2" fmla="*/ 2600 w 2600"/>
              <a:gd name="connsiteY2" fmla="*/ 1099 h 1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00" h="1349">
                <a:moveTo>
                  <a:pt x="0" y="0"/>
                </a:moveTo>
                <a:cubicBezTo>
                  <a:pt x="20" y="599"/>
                  <a:pt x="808" y="1166"/>
                  <a:pt x="1160" y="1239"/>
                </a:cubicBezTo>
                <a:cubicBezTo>
                  <a:pt x="1500" y="1359"/>
                  <a:pt x="2180" y="1459"/>
                  <a:pt x="2600" y="1099"/>
                </a:cubicBezTo>
              </a:path>
            </a:pathLst>
          </a:custGeom>
          <a:noFill/>
          <a:ln w="31750" cap="sq" cmpd="dbl">
            <a:solidFill>
              <a:schemeClr val="bg1">
                <a:lumMod val="65000"/>
              </a:schemeClr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2" name="Text Box 31"/>
          <p:cNvSpPr txBox="1"/>
          <p:nvPr/>
        </p:nvSpPr>
        <p:spPr>
          <a:xfrm>
            <a:off x="9120505" y="0"/>
            <a:ext cx="571500" cy="368300"/>
          </a:xfrm>
          <a:prstGeom prst="rect">
            <a:avLst/>
          </a:prstGeom>
          <a:ln>
            <a:noFill/>
          </a:ln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itle"/>
              </a:ext>
            </a:extLst>
          </a:bodyPr>
          <a:p>
            <a:pPr algn="ctr"/>
            <a:r>
              <a:rPr lang="it-IT" altLang="en-US" b="1" spc="40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sto MT" panose="02040603050505030304" charset="0"/>
                <a:ea typeface="Microsoft YaHei" panose="020B0503020204020204" charset="-122"/>
                <a:cs typeface="Calisto MT" panose="02040603050505030304" charset="0"/>
              </a:rPr>
              <a:t>L</a:t>
            </a:r>
            <a:endParaRPr lang="it-IT" altLang="en-US" b="1" spc="400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sto MT" panose="02040603050505030304" charset="0"/>
              <a:ea typeface="Microsoft YaHei" panose="020B0503020204020204" charset="-122"/>
              <a:cs typeface="Calisto MT" panose="02040603050505030304" charset="0"/>
            </a:endParaRPr>
          </a:p>
        </p:txBody>
      </p:sp>
      <p:sp>
        <p:nvSpPr>
          <p:cNvPr id="33" name="Text Box 32"/>
          <p:cNvSpPr txBox="1"/>
          <p:nvPr/>
        </p:nvSpPr>
        <p:spPr>
          <a:xfrm>
            <a:off x="3548380" y="1017905"/>
            <a:ext cx="571500" cy="368300"/>
          </a:xfrm>
          <a:prstGeom prst="rect">
            <a:avLst/>
          </a:prstGeom>
          <a:ln>
            <a:noFill/>
          </a:ln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itle"/>
              </a:ext>
            </a:extLst>
          </a:bodyPr>
          <a:p>
            <a:pPr algn="ctr"/>
            <a:r>
              <a:rPr lang="it-IT" altLang="en-US" b="1" spc="40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sto MT" panose="02040603050505030304" charset="0"/>
                <a:ea typeface="Microsoft YaHei" panose="020B0503020204020204" charset="-122"/>
                <a:cs typeface="Calisto MT" panose="02040603050505030304" charset="0"/>
              </a:rPr>
              <a:t>M</a:t>
            </a:r>
            <a:endParaRPr lang="it-IT" altLang="en-US" b="1" spc="400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sto MT" panose="02040603050505030304" charset="0"/>
              <a:ea typeface="Microsoft YaHei" panose="020B0503020204020204" charset="-122"/>
              <a:cs typeface="Calisto MT" panose="02040603050505030304" charset="0"/>
            </a:endParaRPr>
          </a:p>
        </p:txBody>
      </p:sp>
      <p:sp>
        <p:nvSpPr>
          <p:cNvPr id="34" name="Text Box 33"/>
          <p:cNvSpPr txBox="1"/>
          <p:nvPr/>
        </p:nvSpPr>
        <p:spPr>
          <a:xfrm>
            <a:off x="271780" y="649605"/>
            <a:ext cx="571500" cy="368300"/>
          </a:xfrm>
          <a:prstGeom prst="rect">
            <a:avLst/>
          </a:prstGeom>
          <a:ln>
            <a:noFill/>
          </a:ln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itle"/>
              </a:ext>
            </a:extLst>
          </a:bodyPr>
          <a:p>
            <a:pPr algn="ctr"/>
            <a:r>
              <a:rPr lang="it-IT" altLang="en-US" b="1" spc="40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sto MT" panose="02040603050505030304" charset="0"/>
                <a:ea typeface="Microsoft YaHei" panose="020B0503020204020204" charset="-122"/>
                <a:cs typeface="Calisto MT" panose="02040603050505030304" charset="0"/>
              </a:rPr>
              <a:t>N</a:t>
            </a:r>
            <a:endParaRPr lang="it-IT" altLang="en-US" b="1" spc="400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sto MT" panose="02040603050505030304" charset="0"/>
              <a:ea typeface="Microsoft YaHei" panose="020B0503020204020204" charset="-122"/>
              <a:cs typeface="Calisto MT" panose="02040603050505030304" charset="0"/>
            </a:endParaRPr>
          </a:p>
        </p:txBody>
      </p:sp>
      <p:sp>
        <p:nvSpPr>
          <p:cNvPr id="35" name="Text Box 34"/>
          <p:cNvSpPr txBox="1"/>
          <p:nvPr/>
        </p:nvSpPr>
        <p:spPr>
          <a:xfrm>
            <a:off x="271780" y="2279650"/>
            <a:ext cx="571500" cy="368300"/>
          </a:xfrm>
          <a:prstGeom prst="rect">
            <a:avLst/>
          </a:prstGeom>
          <a:ln>
            <a:noFill/>
          </a:ln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itle"/>
              </a:ext>
            </a:extLst>
          </a:bodyPr>
          <a:p>
            <a:pPr algn="ctr"/>
            <a:r>
              <a:rPr lang="it-IT" altLang="en-US" b="1" spc="40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sto MT" panose="02040603050505030304" charset="0"/>
                <a:ea typeface="Microsoft YaHei" panose="020B0503020204020204" charset="-122"/>
                <a:cs typeface="Calisto MT" panose="02040603050505030304" charset="0"/>
              </a:rPr>
              <a:t>O</a:t>
            </a:r>
            <a:endParaRPr lang="it-IT" altLang="en-US" b="1" spc="400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sto MT" panose="02040603050505030304" charset="0"/>
              <a:ea typeface="Microsoft YaHei" panose="020B0503020204020204" charset="-122"/>
              <a:cs typeface="Calisto MT" panose="02040603050505030304" charset="0"/>
            </a:endParaRPr>
          </a:p>
        </p:txBody>
      </p:sp>
      <p:sp>
        <p:nvSpPr>
          <p:cNvPr id="36" name="Text Box 35"/>
          <p:cNvSpPr txBox="1"/>
          <p:nvPr/>
        </p:nvSpPr>
        <p:spPr>
          <a:xfrm>
            <a:off x="1492250" y="4017645"/>
            <a:ext cx="571500" cy="368300"/>
          </a:xfrm>
          <a:prstGeom prst="rect">
            <a:avLst/>
          </a:prstGeom>
          <a:ln>
            <a:noFill/>
          </a:ln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itle"/>
              </a:ext>
            </a:extLst>
          </a:bodyPr>
          <a:p>
            <a:pPr algn="ctr"/>
            <a:r>
              <a:rPr lang="it-IT" altLang="en-US" b="1" spc="40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sto MT" panose="02040603050505030304" charset="0"/>
                <a:ea typeface="Microsoft YaHei" panose="020B0503020204020204" charset="-122"/>
                <a:cs typeface="Calisto MT" panose="02040603050505030304" charset="0"/>
              </a:rPr>
              <a:t>P</a:t>
            </a:r>
            <a:endParaRPr lang="it-IT" altLang="en-US" b="1" spc="400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sto MT" panose="02040603050505030304" charset="0"/>
              <a:ea typeface="Microsoft YaHei" panose="020B0503020204020204" charset="-122"/>
              <a:cs typeface="Calisto MT" panose="02040603050505030304" charset="0"/>
            </a:endParaRPr>
          </a:p>
        </p:txBody>
      </p:sp>
      <p:sp>
        <p:nvSpPr>
          <p:cNvPr id="37" name="Freeform 36"/>
          <p:cNvSpPr/>
          <p:nvPr/>
        </p:nvSpPr>
        <p:spPr>
          <a:xfrm rot="2400000">
            <a:off x="5438617" y="2003206"/>
            <a:ext cx="1452245" cy="316601"/>
          </a:xfrm>
          <a:custGeom>
            <a:avLst/>
            <a:gdLst>
              <a:gd name="connsiteX0" fmla="*/ 0 w 2287"/>
              <a:gd name="connsiteY0" fmla="*/ 5 h 498"/>
              <a:gd name="connsiteX1" fmla="*/ 1454 w 2287"/>
              <a:gd name="connsiteY1" fmla="*/ 384 h 498"/>
              <a:gd name="connsiteX2" fmla="*/ 2287 w 2287"/>
              <a:gd name="connsiteY2" fmla="*/ 456 h 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87" h="499">
                <a:moveTo>
                  <a:pt x="0" y="5"/>
                </a:moveTo>
                <a:cubicBezTo>
                  <a:pt x="464" y="-45"/>
                  <a:pt x="927" y="311"/>
                  <a:pt x="1454" y="384"/>
                </a:cubicBezTo>
                <a:cubicBezTo>
                  <a:pt x="1981" y="457"/>
                  <a:pt x="1600" y="557"/>
                  <a:pt x="2287" y="456"/>
                </a:cubicBezTo>
              </a:path>
            </a:pathLst>
          </a:custGeom>
          <a:noFill/>
          <a:ln w="31750" cap="sq" cmpd="dbl">
            <a:solidFill>
              <a:schemeClr val="accent3">
                <a:lumMod val="75000"/>
              </a:schemeClr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8" name="Freeform 37"/>
          <p:cNvSpPr/>
          <p:nvPr/>
        </p:nvSpPr>
        <p:spPr>
          <a:xfrm rot="19740000" flipV="1">
            <a:off x="6424930" y="1950085"/>
            <a:ext cx="1492250" cy="283210"/>
          </a:xfrm>
          <a:custGeom>
            <a:avLst/>
            <a:gdLst>
              <a:gd name="connsiteX0" fmla="*/ 0 w 2287"/>
              <a:gd name="connsiteY0" fmla="*/ 5 h 498"/>
              <a:gd name="connsiteX1" fmla="*/ 1454 w 2287"/>
              <a:gd name="connsiteY1" fmla="*/ 384 h 498"/>
              <a:gd name="connsiteX2" fmla="*/ 2287 w 2287"/>
              <a:gd name="connsiteY2" fmla="*/ 456 h 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87" h="499">
                <a:moveTo>
                  <a:pt x="0" y="5"/>
                </a:moveTo>
                <a:cubicBezTo>
                  <a:pt x="464" y="-45"/>
                  <a:pt x="927" y="311"/>
                  <a:pt x="1454" y="384"/>
                </a:cubicBezTo>
                <a:cubicBezTo>
                  <a:pt x="1981" y="457"/>
                  <a:pt x="1600" y="557"/>
                  <a:pt x="2287" y="456"/>
                </a:cubicBezTo>
              </a:path>
            </a:pathLst>
          </a:custGeom>
          <a:noFill/>
          <a:ln w="31750" cap="sq" cmpd="dbl">
            <a:solidFill>
              <a:schemeClr val="accent3">
                <a:lumMod val="75000"/>
              </a:schemeClr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9" name="Freeform 38"/>
          <p:cNvSpPr/>
          <p:nvPr/>
        </p:nvSpPr>
        <p:spPr>
          <a:xfrm rot="19320000" flipV="1">
            <a:off x="7597076" y="1332594"/>
            <a:ext cx="2339975" cy="878745"/>
          </a:xfrm>
          <a:custGeom>
            <a:avLst/>
            <a:gdLst>
              <a:gd name="connsiteX0" fmla="*/ 0 w 3685"/>
              <a:gd name="connsiteY0" fmla="*/ 12 h 1383"/>
              <a:gd name="connsiteX1" fmla="*/ 1824 w 3685"/>
              <a:gd name="connsiteY1" fmla="*/ 121 h 1383"/>
              <a:gd name="connsiteX2" fmla="*/ 2530 w 3685"/>
              <a:gd name="connsiteY2" fmla="*/ 750 h 1383"/>
              <a:gd name="connsiteX3" fmla="*/ 3685 w 3685"/>
              <a:gd name="connsiteY3" fmla="*/ 1384 h 1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85" h="1384">
                <a:moveTo>
                  <a:pt x="0" y="12"/>
                </a:moveTo>
                <a:cubicBezTo>
                  <a:pt x="477" y="-32"/>
                  <a:pt x="1283" y="56"/>
                  <a:pt x="1824" y="121"/>
                </a:cubicBezTo>
                <a:cubicBezTo>
                  <a:pt x="2249" y="205"/>
                  <a:pt x="2173" y="519"/>
                  <a:pt x="2530" y="750"/>
                </a:cubicBezTo>
                <a:cubicBezTo>
                  <a:pt x="2888" y="981"/>
                  <a:pt x="3496" y="1240"/>
                  <a:pt x="3685" y="1384"/>
                </a:cubicBezTo>
              </a:path>
            </a:pathLst>
          </a:custGeom>
          <a:noFill/>
          <a:ln w="38100" cap="sq" cmpd="dbl">
            <a:solidFill>
              <a:schemeClr val="accent1">
                <a:lumMod val="75000"/>
              </a:schemeClr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40" name="Freeform 39"/>
          <p:cNvSpPr/>
          <p:nvPr/>
        </p:nvSpPr>
        <p:spPr>
          <a:xfrm rot="360000" flipV="1">
            <a:off x="8306468" y="2890370"/>
            <a:ext cx="1336040" cy="324554"/>
          </a:xfrm>
          <a:custGeom>
            <a:avLst/>
            <a:gdLst>
              <a:gd name="connsiteX0" fmla="*/ 0 w 2104"/>
              <a:gd name="connsiteY0" fmla="*/ 325 h 511"/>
              <a:gd name="connsiteX1" fmla="*/ 1318 w 2104"/>
              <a:gd name="connsiteY1" fmla="*/ 501 h 511"/>
              <a:gd name="connsiteX2" fmla="*/ 2104 w 2104"/>
              <a:gd name="connsiteY2" fmla="*/ 0 h 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04" h="511">
                <a:moveTo>
                  <a:pt x="0" y="325"/>
                </a:moveTo>
                <a:cubicBezTo>
                  <a:pt x="421" y="281"/>
                  <a:pt x="841" y="436"/>
                  <a:pt x="1318" y="501"/>
                </a:cubicBezTo>
                <a:cubicBezTo>
                  <a:pt x="1796" y="566"/>
                  <a:pt x="1871" y="308"/>
                  <a:pt x="2104" y="0"/>
                </a:cubicBezTo>
              </a:path>
            </a:pathLst>
          </a:custGeom>
          <a:noFill/>
          <a:ln w="38100" cap="sq" cmpd="dbl">
            <a:solidFill>
              <a:schemeClr val="accent1">
                <a:lumMod val="75000"/>
              </a:schemeClr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41" name="Freeform 40"/>
          <p:cNvSpPr/>
          <p:nvPr/>
        </p:nvSpPr>
        <p:spPr>
          <a:xfrm rot="3300000" flipV="1">
            <a:off x="3133411" y="902923"/>
            <a:ext cx="2229485" cy="602062"/>
          </a:xfrm>
          <a:custGeom>
            <a:avLst/>
            <a:gdLst>
              <a:gd name="connsiteX0" fmla="*/ 0 w 3511"/>
              <a:gd name="connsiteY0" fmla="*/ 932 h 948"/>
              <a:gd name="connsiteX1" fmla="*/ 1067 w 3511"/>
              <a:gd name="connsiteY1" fmla="*/ 45 h 948"/>
              <a:gd name="connsiteX2" fmla="*/ 2543 w 3511"/>
              <a:gd name="connsiteY2" fmla="*/ 75 h 948"/>
              <a:gd name="connsiteX3" fmla="*/ 3511 w 3511"/>
              <a:gd name="connsiteY3" fmla="*/ 45 h 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11" h="948">
                <a:moveTo>
                  <a:pt x="0" y="932"/>
                </a:moveTo>
                <a:cubicBezTo>
                  <a:pt x="610" y="1079"/>
                  <a:pt x="599" y="162"/>
                  <a:pt x="1067" y="45"/>
                </a:cubicBezTo>
                <a:cubicBezTo>
                  <a:pt x="1535" y="-72"/>
                  <a:pt x="2136" y="75"/>
                  <a:pt x="2543" y="75"/>
                </a:cubicBezTo>
                <a:cubicBezTo>
                  <a:pt x="2950" y="75"/>
                  <a:pt x="3293" y="32"/>
                  <a:pt x="3511" y="45"/>
                </a:cubicBezTo>
              </a:path>
            </a:pathLst>
          </a:custGeom>
          <a:noFill/>
          <a:ln w="38100" cap="sq" cmpd="dbl">
            <a:solidFill>
              <a:schemeClr val="accent1">
                <a:lumMod val="75000"/>
              </a:schemeClr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42" name="Freeform 41"/>
          <p:cNvSpPr/>
          <p:nvPr/>
        </p:nvSpPr>
        <p:spPr>
          <a:xfrm rot="3300000" flipV="1">
            <a:off x="3041018" y="3856500"/>
            <a:ext cx="2400300" cy="2514775"/>
          </a:xfrm>
          <a:custGeom>
            <a:avLst/>
            <a:gdLst>
              <a:gd name="connsiteX0" fmla="*/ 0 w 3780"/>
              <a:gd name="connsiteY0" fmla="*/ 3950 h 3960"/>
              <a:gd name="connsiteX1" fmla="*/ 435 w 3780"/>
              <a:gd name="connsiteY1" fmla="*/ 2503 h 3960"/>
              <a:gd name="connsiteX2" fmla="*/ 1736 w 3780"/>
              <a:gd name="connsiteY2" fmla="*/ 3086 h 3960"/>
              <a:gd name="connsiteX3" fmla="*/ 2179 w 3780"/>
              <a:gd name="connsiteY3" fmla="*/ 1502 h 3960"/>
              <a:gd name="connsiteX4" fmla="*/ 3418 w 3780"/>
              <a:gd name="connsiteY4" fmla="*/ 1660 h 3960"/>
              <a:gd name="connsiteX5" fmla="*/ 3780 w 3780"/>
              <a:gd name="connsiteY5" fmla="*/ 0 h 3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80" h="3960">
                <a:moveTo>
                  <a:pt x="0" y="3950"/>
                </a:moveTo>
                <a:cubicBezTo>
                  <a:pt x="610" y="4097"/>
                  <a:pt x="-33" y="2620"/>
                  <a:pt x="435" y="2503"/>
                </a:cubicBezTo>
                <a:cubicBezTo>
                  <a:pt x="903" y="2386"/>
                  <a:pt x="1329" y="3086"/>
                  <a:pt x="1736" y="3086"/>
                </a:cubicBezTo>
                <a:cubicBezTo>
                  <a:pt x="2011" y="2991"/>
                  <a:pt x="2098" y="1784"/>
                  <a:pt x="2179" y="1502"/>
                </a:cubicBezTo>
                <a:cubicBezTo>
                  <a:pt x="2398" y="1124"/>
                  <a:pt x="3136" y="1982"/>
                  <a:pt x="3418" y="1660"/>
                </a:cubicBezTo>
                <a:cubicBezTo>
                  <a:pt x="3700" y="1338"/>
                  <a:pt x="3658" y="137"/>
                  <a:pt x="3780" y="0"/>
                </a:cubicBezTo>
              </a:path>
            </a:pathLst>
          </a:custGeom>
          <a:noFill/>
          <a:ln w="38100" cap="sq" cmpd="dbl">
            <a:solidFill>
              <a:schemeClr val="accent1">
                <a:lumMod val="75000"/>
              </a:schemeClr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43" name="Freeform 42"/>
          <p:cNvSpPr/>
          <p:nvPr/>
        </p:nvSpPr>
        <p:spPr>
          <a:xfrm rot="2400000">
            <a:off x="1507120" y="4403990"/>
            <a:ext cx="701675" cy="118227"/>
          </a:xfrm>
          <a:custGeom>
            <a:avLst/>
            <a:gdLst>
              <a:gd name="connsiteX0" fmla="*/ 0 w 1105"/>
              <a:gd name="connsiteY0" fmla="*/ 175 h 186"/>
              <a:gd name="connsiteX1" fmla="*/ 1105 w 1105"/>
              <a:gd name="connsiteY1" fmla="*/ 0 h 1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05" h="186">
                <a:moveTo>
                  <a:pt x="0" y="175"/>
                </a:moveTo>
                <a:cubicBezTo>
                  <a:pt x="464" y="125"/>
                  <a:pt x="428" y="313"/>
                  <a:pt x="1105" y="0"/>
                </a:cubicBezTo>
              </a:path>
            </a:pathLst>
          </a:custGeom>
          <a:noFill/>
          <a:ln w="31750" cap="sq" cmpd="dbl">
            <a:solidFill>
              <a:schemeClr val="accent3">
                <a:lumMod val="75000"/>
              </a:schemeClr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44" name="Freeform 43"/>
          <p:cNvSpPr/>
          <p:nvPr/>
        </p:nvSpPr>
        <p:spPr>
          <a:xfrm rot="2400000">
            <a:off x="1809285" y="2291519"/>
            <a:ext cx="1346835" cy="1320778"/>
          </a:xfrm>
          <a:custGeom>
            <a:avLst/>
            <a:gdLst>
              <a:gd name="connsiteX0" fmla="*/ 0 w 2121"/>
              <a:gd name="connsiteY0" fmla="*/ 42 h 2079"/>
              <a:gd name="connsiteX1" fmla="*/ 1175 w 2121"/>
              <a:gd name="connsiteY1" fmla="*/ 112 h 2079"/>
              <a:gd name="connsiteX2" fmla="*/ 1246 w 2121"/>
              <a:gd name="connsiteY2" fmla="*/ 1620 h 2079"/>
              <a:gd name="connsiteX3" fmla="*/ 2121 w 2121"/>
              <a:gd name="connsiteY3" fmla="*/ 2080 h 2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1" h="2080">
                <a:moveTo>
                  <a:pt x="0" y="42"/>
                </a:moveTo>
                <a:cubicBezTo>
                  <a:pt x="74" y="146"/>
                  <a:pt x="967" y="-151"/>
                  <a:pt x="1175" y="112"/>
                </a:cubicBezTo>
                <a:cubicBezTo>
                  <a:pt x="1383" y="375"/>
                  <a:pt x="967" y="1384"/>
                  <a:pt x="1246" y="1620"/>
                </a:cubicBezTo>
                <a:cubicBezTo>
                  <a:pt x="1656" y="1919"/>
                  <a:pt x="1927" y="1972"/>
                  <a:pt x="2121" y="2080"/>
                </a:cubicBezTo>
              </a:path>
            </a:pathLst>
          </a:custGeom>
          <a:noFill/>
          <a:ln w="31750" cap="sq" cmpd="dbl">
            <a:solidFill>
              <a:schemeClr val="accent3">
                <a:lumMod val="75000"/>
              </a:schemeClr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45" name="Freeform 44"/>
          <p:cNvSpPr/>
          <p:nvPr/>
        </p:nvSpPr>
        <p:spPr>
          <a:xfrm rot="3300000" flipV="1">
            <a:off x="5557958" y="75769"/>
            <a:ext cx="967105" cy="1435024"/>
          </a:xfrm>
          <a:custGeom>
            <a:avLst/>
            <a:gdLst>
              <a:gd name="connsiteX0" fmla="*/ 0 w 1523"/>
              <a:gd name="connsiteY0" fmla="*/ 2251 h 2259"/>
              <a:gd name="connsiteX1" fmla="*/ 300 w 1523"/>
              <a:gd name="connsiteY1" fmla="*/ 625 h 2259"/>
              <a:gd name="connsiteX2" fmla="*/ 924 w 1523"/>
              <a:gd name="connsiteY2" fmla="*/ 174 h 2259"/>
              <a:gd name="connsiteX3" fmla="*/ 1523 w 1523"/>
              <a:gd name="connsiteY3" fmla="*/ 1 h 2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23" h="2260">
                <a:moveTo>
                  <a:pt x="0" y="2251"/>
                </a:moveTo>
                <a:cubicBezTo>
                  <a:pt x="419" y="2398"/>
                  <a:pt x="-22" y="742"/>
                  <a:pt x="300" y="625"/>
                </a:cubicBezTo>
                <a:cubicBezTo>
                  <a:pt x="621" y="508"/>
                  <a:pt x="645" y="174"/>
                  <a:pt x="924" y="174"/>
                </a:cubicBezTo>
                <a:cubicBezTo>
                  <a:pt x="1204" y="174"/>
                  <a:pt x="1373" y="-12"/>
                  <a:pt x="1523" y="1"/>
                </a:cubicBezTo>
              </a:path>
            </a:pathLst>
          </a:custGeom>
          <a:noFill/>
          <a:ln w="38100" cap="sq" cmpd="dbl">
            <a:solidFill>
              <a:schemeClr val="accent1">
                <a:lumMod val="75000"/>
              </a:schemeClr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>
              <a:solidFill>
                <a:schemeClr val="bg1">
                  <a:lumMod val="85000"/>
                </a:schemeClr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</Words>
  <Application>WPS Presentation</Application>
  <PresentationFormat>Widescreen</PresentationFormat>
  <Paragraphs>32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Calisto MT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Blank Presentation</dc:title>
  <dc:creator>Gianluca.TATA</dc:creator>
  <cp:lastModifiedBy>Gianluca.TATA</cp:lastModifiedBy>
  <cp:revision>1</cp:revision>
  <dcterms:created xsi:type="dcterms:W3CDTF">2026-06-10T16:18:13Z</dcterms:created>
  <dcterms:modified xsi:type="dcterms:W3CDTF">2026-06-10T16:18:13Z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81D61EA3300B4BD1BB227878557F90B2_11</vt:lpwstr>
  </property>
</Properties>
</file>